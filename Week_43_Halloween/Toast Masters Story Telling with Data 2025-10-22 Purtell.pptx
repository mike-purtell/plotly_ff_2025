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87" r:id="rId3"/>
    <p:sldId id="288" r:id="rId4"/>
    <p:sldId id="257" r:id="rId5"/>
    <p:sldId id="289" r:id="rId6"/>
    <p:sldId id="291" r:id="rId7"/>
    <p:sldId id="302" r:id="rId8"/>
    <p:sldId id="298" r:id="rId9"/>
    <p:sldId id="297" r:id="rId10"/>
    <p:sldId id="296" r:id="rId11"/>
    <p:sldId id="295" r:id="rId12"/>
    <p:sldId id="294" r:id="rId13"/>
    <p:sldId id="293" r:id="rId14"/>
    <p:sldId id="301" r:id="rId15"/>
    <p:sldId id="300" r:id="rId16"/>
    <p:sldId id="292" r:id="rId17"/>
    <p:sldId id="303" r:id="rId18"/>
    <p:sldId id="286" r:id="rId19"/>
  </p:sldIdLst>
  <p:sldSz cx="9144000" cy="5143500" type="screen16x9"/>
  <p:notesSz cx="6858000" cy="9144000"/>
  <p:embeddedFontLst>
    <p:embeddedFont>
      <p:font typeface="Dreaming Outloud Script Pro" panose="03050502040304050704" pitchFamily="66" charset="0"/>
      <p:regular r:id="rId21"/>
      <p:italic r:id="rId22"/>
    </p:embeddedFont>
    <p:embeddedFont>
      <p:font typeface="Maven Pro" panose="020B0604020202020204" charset="0"/>
      <p:regular r:id="rId23"/>
      <p:bold r:id="rId24"/>
    </p:embeddedFont>
    <p:embeddedFont>
      <p:font typeface="Nunito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61A7B0-2762-4F73-B5FB-3FF47BEA194C}" v="728" dt="2025-10-22T03:54:13.1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90" y="379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Purtell" userId="acb440cf5b4acec9" providerId="LiveId" clId="{977ED36B-CF21-4213-881A-601546691C79}"/>
    <pc:docChg chg="undo custSel addSld delSld modSld sldOrd">
      <pc:chgData name="Michael Purtell" userId="acb440cf5b4acec9" providerId="LiveId" clId="{977ED36B-CF21-4213-881A-601546691C79}" dt="2025-10-22T03:54:40.534" v="4875" actId="2696"/>
      <pc:docMkLst>
        <pc:docMk/>
      </pc:docMkLst>
      <pc:sldChg chg="modSp mod">
        <pc:chgData name="Michael Purtell" userId="acb440cf5b4acec9" providerId="LiveId" clId="{977ED36B-CF21-4213-881A-601546691C79}" dt="2025-10-20T21:44:27.891" v="51" actId="14100"/>
        <pc:sldMkLst>
          <pc:docMk/>
          <pc:sldMk cId="0" sldId="256"/>
        </pc:sldMkLst>
        <pc:spChg chg="mod">
          <ac:chgData name="Michael Purtell" userId="acb440cf5b4acec9" providerId="LiveId" clId="{977ED36B-CF21-4213-881A-601546691C79}" dt="2025-10-20T21:44:27.891" v="51" actId="14100"/>
          <ac:spMkLst>
            <pc:docMk/>
            <pc:sldMk cId="0" sldId="256"/>
            <ac:spMk id="277" creationId="{00000000-0000-0000-0000-000000000000}"/>
          </ac:spMkLst>
        </pc:spChg>
      </pc:sldChg>
      <pc:sldChg chg="addSp delSp modSp mod modAnim modNotes modNotesTx">
        <pc:chgData name="Michael Purtell" userId="acb440cf5b4acec9" providerId="LiveId" clId="{977ED36B-CF21-4213-881A-601546691C79}" dt="2025-10-21T16:29:07.771" v="4787" actId="1076"/>
        <pc:sldMkLst>
          <pc:docMk/>
          <pc:sldMk cId="0" sldId="257"/>
        </pc:sldMkLst>
        <pc:spChg chg="add mod">
          <ac:chgData name="Michael Purtell" userId="acb440cf5b4acec9" providerId="LiveId" clId="{977ED36B-CF21-4213-881A-601546691C79}" dt="2025-10-21T16:29:07.771" v="4787" actId="1076"/>
          <ac:spMkLst>
            <pc:docMk/>
            <pc:sldMk cId="0" sldId="257"/>
            <ac:spMk id="3" creationId="{5FD33B46-F6F2-16AE-7F8E-ED32C7B9F16D}"/>
          </ac:spMkLst>
        </pc:spChg>
        <pc:spChg chg="add mod">
          <ac:chgData name="Michael Purtell" userId="acb440cf5b4acec9" providerId="LiveId" clId="{977ED36B-CF21-4213-881A-601546691C79}" dt="2025-10-21T16:27:43.351" v="4661" actId="20577"/>
          <ac:spMkLst>
            <pc:docMk/>
            <pc:sldMk cId="0" sldId="257"/>
            <ac:spMk id="6" creationId="{2E15C949-FD0C-201E-71C7-C8DE624BFA16}"/>
          </ac:spMkLst>
        </pc:spChg>
        <pc:spChg chg="mod">
          <ac:chgData name="Michael Purtell" userId="acb440cf5b4acec9" providerId="LiveId" clId="{977ED36B-CF21-4213-881A-601546691C79}" dt="2025-10-20T22:21:51.388" v="1812" actId="27636"/>
          <ac:spMkLst>
            <pc:docMk/>
            <pc:sldMk cId="0" sldId="257"/>
            <ac:spMk id="283" creationId="{00000000-0000-0000-0000-000000000000}"/>
          </ac:spMkLst>
        </pc:spChg>
        <pc:picChg chg="add mod">
          <ac:chgData name="Michael Purtell" userId="acb440cf5b4acec9" providerId="LiveId" clId="{977ED36B-CF21-4213-881A-601546691C79}" dt="2025-10-21T16:27:51.941" v="4663" actId="1076"/>
          <ac:picMkLst>
            <pc:docMk/>
            <pc:sldMk cId="0" sldId="257"/>
            <ac:picMk id="2" creationId="{1446F532-0E7C-B430-759D-89DF34B54E1D}"/>
          </ac:picMkLst>
        </pc:picChg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58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59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0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1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2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3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4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5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6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7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8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69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0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1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2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3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4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5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6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7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8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79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0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1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2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3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4"/>
        </pc:sldMkLst>
      </pc:sldChg>
      <pc:sldChg chg="del modNotes">
        <pc:chgData name="Michael Purtell" userId="acb440cf5b4acec9" providerId="LiveId" clId="{977ED36B-CF21-4213-881A-601546691C79}" dt="2025-10-21T13:02:47.096" v="3118" actId="2696"/>
        <pc:sldMkLst>
          <pc:docMk/>
          <pc:sldMk cId="0" sldId="285"/>
        </pc:sldMkLst>
      </pc:sldChg>
      <pc:sldChg chg="addSp delSp modSp mod modNotes">
        <pc:chgData name="Michael Purtell" userId="acb440cf5b4acec9" providerId="LiveId" clId="{977ED36B-CF21-4213-881A-601546691C79}" dt="2025-10-22T03:17:39.814" v="4859" actId="1076"/>
        <pc:sldMkLst>
          <pc:docMk/>
          <pc:sldMk cId="0" sldId="286"/>
        </pc:sldMkLst>
        <pc:spChg chg="add del mod">
          <ac:chgData name="Michael Purtell" userId="acb440cf5b4acec9" providerId="LiveId" clId="{977ED36B-CF21-4213-881A-601546691C79}" dt="2025-10-21T15:24:32.032" v="4145" actId="21"/>
          <ac:spMkLst>
            <pc:docMk/>
            <pc:sldMk cId="0" sldId="286"/>
            <ac:spMk id="7" creationId="{00000000-0000-0000-0000-000000000000}"/>
          </ac:spMkLst>
        </pc:spChg>
        <pc:spChg chg="add mod">
          <ac:chgData name="Michael Purtell" userId="acb440cf5b4acec9" providerId="LiveId" clId="{977ED36B-CF21-4213-881A-601546691C79}" dt="2025-10-21T16:18:39.348" v="4201" actId="1076"/>
          <ac:spMkLst>
            <pc:docMk/>
            <pc:sldMk cId="0" sldId="286"/>
            <ac:spMk id="8" creationId="{62E53E54-9757-9903-F61B-F5613E5D5262}"/>
          </ac:spMkLst>
        </pc:spChg>
        <pc:spChg chg="add mod">
          <ac:chgData name="Michael Purtell" userId="acb440cf5b4acec9" providerId="LiveId" clId="{977ED36B-CF21-4213-881A-601546691C79}" dt="2025-10-21T16:18:45.647" v="4203" actId="1076"/>
          <ac:spMkLst>
            <pc:docMk/>
            <pc:sldMk cId="0" sldId="286"/>
            <ac:spMk id="9" creationId="{446E89CA-FD1C-5C9B-38DA-171CB9D805AD}"/>
          </ac:spMkLst>
        </pc:spChg>
        <pc:spChg chg="add mod">
          <ac:chgData name="Michael Purtell" userId="acb440cf5b4acec9" providerId="LiveId" clId="{977ED36B-CF21-4213-881A-601546691C79}" dt="2025-10-22T03:17:39.814" v="4859" actId="1076"/>
          <ac:spMkLst>
            <pc:docMk/>
            <pc:sldMk cId="0" sldId="286"/>
            <ac:spMk id="10" creationId="{B1F22E68-259C-EA2A-54B8-FDD3D3A846A3}"/>
          </ac:spMkLst>
        </pc:spChg>
        <pc:spChg chg="mod">
          <ac:chgData name="Michael Purtell" userId="acb440cf5b4acec9" providerId="LiveId" clId="{977ED36B-CF21-4213-881A-601546691C79}" dt="2025-10-21T16:30:48.752" v="4797" actId="20577"/>
          <ac:spMkLst>
            <pc:docMk/>
            <pc:sldMk cId="0" sldId="286"/>
            <ac:spMk id="499" creationId="{00000000-0000-0000-0000-000000000000}"/>
          </ac:spMkLst>
        </pc:spChg>
        <pc:spChg chg="del mod">
          <ac:chgData name="Michael Purtell" userId="acb440cf5b4acec9" providerId="LiveId" clId="{977ED36B-CF21-4213-881A-601546691C79}" dt="2025-10-21T15:10:41.440" v="4139" actId="21"/>
          <ac:spMkLst>
            <pc:docMk/>
            <pc:sldMk cId="0" sldId="286"/>
            <ac:spMk id="500" creationId="{00000000-0000-0000-0000-000000000000}"/>
          </ac:spMkLst>
        </pc:spChg>
        <pc:graphicFrameChg chg="add del mod modGraphic">
          <ac:chgData name="Michael Purtell" userId="acb440cf5b4acec9" providerId="LiveId" clId="{977ED36B-CF21-4213-881A-601546691C79}" dt="2025-10-21T15:07:56.979" v="4084" actId="21"/>
          <ac:graphicFrameMkLst>
            <pc:docMk/>
            <pc:sldMk cId="0" sldId="286"/>
            <ac:graphicFrameMk id="2" creationId="{866951C2-202E-2773-569C-0C25C8A6B224}"/>
          </ac:graphicFrameMkLst>
        </pc:graphicFrameChg>
        <pc:picChg chg="add mod">
          <ac:chgData name="Michael Purtell" userId="acb440cf5b4acec9" providerId="LiveId" clId="{977ED36B-CF21-4213-881A-601546691C79}" dt="2025-10-21T16:21:35.541" v="4215" actId="1076"/>
          <ac:picMkLst>
            <pc:docMk/>
            <pc:sldMk cId="0" sldId="286"/>
            <ac:picMk id="3" creationId="{A488128E-A9C5-C022-D98E-484FD32497AF}"/>
          </ac:picMkLst>
        </pc:picChg>
        <pc:picChg chg="add mod">
          <ac:chgData name="Michael Purtell" userId="acb440cf5b4acec9" providerId="LiveId" clId="{977ED36B-CF21-4213-881A-601546691C79}" dt="2025-10-21T16:18:42.632" v="4202" actId="1076"/>
          <ac:picMkLst>
            <pc:docMk/>
            <pc:sldMk cId="0" sldId="286"/>
            <ac:picMk id="4" creationId="{7BE0C40F-54A9-F343-E1E7-A7C4FFF811A5}"/>
          </ac:picMkLst>
        </pc:picChg>
        <pc:picChg chg="add mod">
          <ac:chgData name="Michael Purtell" userId="acb440cf5b4acec9" providerId="LiveId" clId="{977ED36B-CF21-4213-881A-601546691C79}" dt="2025-10-21T16:18:36.324" v="4200" actId="1076"/>
          <ac:picMkLst>
            <pc:docMk/>
            <pc:sldMk cId="0" sldId="286"/>
            <ac:picMk id="6" creationId="{46FB5B20-C064-7925-DA3D-CDFE8DC487B6}"/>
          </ac:picMkLst>
        </pc:picChg>
        <pc:picChg chg="add mod">
          <ac:chgData name="Michael Purtell" userId="acb440cf5b4acec9" providerId="LiveId" clId="{977ED36B-CF21-4213-881A-601546691C79}" dt="2025-10-21T16:21:37.304" v="4216" actId="1076"/>
          <ac:picMkLst>
            <pc:docMk/>
            <pc:sldMk cId="0" sldId="286"/>
            <ac:picMk id="7" creationId="{25E60C0D-C9F6-6F85-6315-CFBB0E5A0102}"/>
          </ac:picMkLst>
        </pc:picChg>
        <pc:picChg chg="add mod">
          <ac:chgData name="Michael Purtell" userId="acb440cf5b4acec9" providerId="LiveId" clId="{977ED36B-CF21-4213-881A-601546691C79}" dt="2025-10-21T16:21:39.322" v="4217" actId="1076"/>
          <ac:picMkLst>
            <pc:docMk/>
            <pc:sldMk cId="0" sldId="286"/>
            <ac:picMk id="12" creationId="{A4F26D61-8C31-A840-CA41-017B896DCE1F}"/>
          </ac:picMkLst>
        </pc:picChg>
      </pc:sldChg>
      <pc:sldChg chg="modSp add mod ord">
        <pc:chgData name="Michael Purtell" userId="acb440cf5b4acec9" providerId="LiveId" clId="{977ED36B-CF21-4213-881A-601546691C79}" dt="2025-10-20T22:09:31.202" v="344" actId="255"/>
        <pc:sldMkLst>
          <pc:docMk/>
          <pc:sldMk cId="3724859286" sldId="287"/>
        </pc:sldMkLst>
        <pc:spChg chg="mod">
          <ac:chgData name="Michael Purtell" userId="acb440cf5b4acec9" providerId="LiveId" clId="{977ED36B-CF21-4213-881A-601546691C79}" dt="2025-10-20T21:45:41.575" v="71" actId="20577"/>
          <ac:spMkLst>
            <pc:docMk/>
            <pc:sldMk cId="3724859286" sldId="287"/>
            <ac:spMk id="283" creationId="{BA962659-EE5A-83A9-5CDE-53F5E1A7A2B9}"/>
          </ac:spMkLst>
        </pc:spChg>
        <pc:spChg chg="mod">
          <ac:chgData name="Michael Purtell" userId="acb440cf5b4acec9" providerId="LiveId" clId="{977ED36B-CF21-4213-881A-601546691C79}" dt="2025-10-20T22:09:31.202" v="344" actId="255"/>
          <ac:spMkLst>
            <pc:docMk/>
            <pc:sldMk cId="3724859286" sldId="287"/>
            <ac:spMk id="284" creationId="{3E6437BA-8613-5BFB-613A-56132C1726B8}"/>
          </ac:spMkLst>
        </pc:spChg>
      </pc:sldChg>
      <pc:sldChg chg="modSp add mod">
        <pc:chgData name="Michael Purtell" userId="acb440cf5b4acec9" providerId="LiveId" clId="{977ED36B-CF21-4213-881A-601546691C79}" dt="2025-10-22T01:08:04.939" v="4854" actId="20577"/>
        <pc:sldMkLst>
          <pc:docMk/>
          <pc:sldMk cId="3579111803" sldId="288"/>
        </pc:sldMkLst>
        <pc:spChg chg="mod">
          <ac:chgData name="Michael Purtell" userId="acb440cf5b4acec9" providerId="LiveId" clId="{977ED36B-CF21-4213-881A-601546691C79}" dt="2025-10-20T22:10:12.179" v="410" actId="20577"/>
          <ac:spMkLst>
            <pc:docMk/>
            <pc:sldMk cId="3579111803" sldId="288"/>
            <ac:spMk id="283" creationId="{B9F657BD-2F77-1FD8-BE79-EB0189C02F22}"/>
          </ac:spMkLst>
        </pc:spChg>
        <pc:spChg chg="mod">
          <ac:chgData name="Michael Purtell" userId="acb440cf5b4acec9" providerId="LiveId" clId="{977ED36B-CF21-4213-881A-601546691C79}" dt="2025-10-22T01:08:04.939" v="4854" actId="20577"/>
          <ac:spMkLst>
            <pc:docMk/>
            <pc:sldMk cId="3579111803" sldId="288"/>
            <ac:spMk id="284" creationId="{B1987868-C29D-3884-3BFD-F97BA86A7FDE}"/>
          </ac:spMkLst>
        </pc:spChg>
      </pc:sldChg>
      <pc:sldChg chg="addSp delSp modSp add mod modAnim">
        <pc:chgData name="Michael Purtell" userId="acb440cf5b4acec9" providerId="LiveId" clId="{977ED36B-CF21-4213-881A-601546691C79}" dt="2025-10-21T16:29:14.419" v="4789" actId="1076"/>
        <pc:sldMkLst>
          <pc:docMk/>
          <pc:sldMk cId="2011057574" sldId="289"/>
        </pc:sldMkLst>
        <pc:spChg chg="add mod">
          <ac:chgData name="Michael Purtell" userId="acb440cf5b4acec9" providerId="LiveId" clId="{977ED36B-CF21-4213-881A-601546691C79}" dt="2025-10-21T16:29:14.419" v="4789" actId="1076"/>
          <ac:spMkLst>
            <pc:docMk/>
            <pc:sldMk cId="2011057574" sldId="289"/>
            <ac:spMk id="2" creationId="{C1B68327-7660-AEA8-3D94-9776AC6C309B}"/>
          </ac:spMkLst>
        </pc:spChg>
        <pc:spChg chg="mod">
          <ac:chgData name="Michael Purtell" userId="acb440cf5b4acec9" providerId="LiveId" clId="{977ED36B-CF21-4213-881A-601546691C79}" dt="2025-10-20T22:35:09.836" v="2717" actId="20577"/>
          <ac:spMkLst>
            <pc:docMk/>
            <pc:sldMk cId="2011057574" sldId="289"/>
            <ac:spMk id="6" creationId="{50049E7B-BFA8-05E0-8BA7-E54A18EDFB80}"/>
          </ac:spMkLst>
        </pc:spChg>
        <pc:spChg chg="mod">
          <ac:chgData name="Michael Purtell" userId="acb440cf5b4acec9" providerId="LiveId" clId="{977ED36B-CF21-4213-881A-601546691C79}" dt="2025-10-20T22:34:41.552" v="2684" actId="20577"/>
          <ac:spMkLst>
            <pc:docMk/>
            <pc:sldMk cId="2011057574" sldId="289"/>
            <ac:spMk id="283" creationId="{1D177E5C-8684-5E40-5793-AED732769810}"/>
          </ac:spMkLst>
        </pc:spChg>
        <pc:picChg chg="add mod">
          <ac:chgData name="Michael Purtell" userId="acb440cf5b4acec9" providerId="LiveId" clId="{977ED36B-CF21-4213-881A-601546691C79}" dt="2025-10-20T22:34:45.164" v="2685" actId="1076"/>
          <ac:picMkLst>
            <pc:docMk/>
            <pc:sldMk cId="2011057574" sldId="289"/>
            <ac:picMk id="4" creationId="{27302432-ABD7-6154-2C8D-C99A4956F0BF}"/>
          </ac:picMkLst>
        </pc:picChg>
      </pc:sldChg>
      <pc:sldChg chg="addSp delSp modSp new del mod">
        <pc:chgData name="Michael Purtell" userId="acb440cf5b4acec9" providerId="LiveId" clId="{977ED36B-CF21-4213-881A-601546691C79}" dt="2025-10-21T12:49:21.211" v="3086" actId="2696"/>
        <pc:sldMkLst>
          <pc:docMk/>
          <pc:sldMk cId="2670574513" sldId="290"/>
        </pc:sldMkLst>
        <pc:picChg chg="add mod">
          <ac:chgData name="Michael Purtell" userId="acb440cf5b4acec9" providerId="LiveId" clId="{977ED36B-CF21-4213-881A-601546691C79}" dt="2025-10-21T12:47:26.757" v="3066" actId="962"/>
          <ac:picMkLst>
            <pc:docMk/>
            <pc:sldMk cId="2670574513" sldId="290"/>
            <ac:picMk id="3" creationId="{9DD0AE2D-DC52-D549-736B-1F0034D08870}"/>
          </ac:picMkLst>
        </pc:picChg>
        <pc:picChg chg="add del mod">
          <ac:chgData name="Michael Purtell" userId="acb440cf5b4acec9" providerId="LiveId" clId="{977ED36B-CF21-4213-881A-601546691C79}" dt="2025-10-21T12:47:09.859" v="3063" actId="21"/>
          <ac:picMkLst>
            <pc:docMk/>
            <pc:sldMk cId="2670574513" sldId="290"/>
            <ac:picMk id="6" creationId="{74C75903-6203-97E3-47E1-65B52769781A}"/>
          </ac:picMkLst>
        </pc:picChg>
      </pc:sldChg>
      <pc:sldChg chg="addSp delSp modSp add mod modClrScheme modAnim chgLayout">
        <pc:chgData name="Michael Purtell" userId="acb440cf5b4acec9" providerId="LiveId" clId="{977ED36B-CF21-4213-881A-601546691C79}" dt="2025-10-21T13:37:50.399" v="3830"/>
        <pc:sldMkLst>
          <pc:docMk/>
          <pc:sldMk cId="1522830489" sldId="291"/>
        </pc:sldMkLst>
        <pc:spChg chg="mod ord">
          <ac:chgData name="Michael Purtell" userId="acb440cf5b4acec9" providerId="LiveId" clId="{977ED36B-CF21-4213-881A-601546691C79}" dt="2025-10-21T12:48:27.069" v="3073" actId="700"/>
          <ac:spMkLst>
            <pc:docMk/>
            <pc:sldMk cId="1522830489" sldId="291"/>
            <ac:spMk id="4" creationId="{1AB340D8-8EAD-0609-C418-66DFC14E58EA}"/>
          </ac:spMkLst>
        </pc:spChg>
        <pc:spChg chg="add mod">
          <ac:chgData name="Michael Purtell" userId="acb440cf5b4acec9" providerId="LiveId" clId="{977ED36B-CF21-4213-881A-601546691C79}" dt="2025-10-21T13:30:25.345" v="3347" actId="1076"/>
          <ac:spMkLst>
            <pc:docMk/>
            <pc:sldMk cId="1522830489" sldId="291"/>
            <ac:spMk id="10" creationId="{15B9DCB0-590C-90E8-8BAC-1A4ED4CFC000}"/>
          </ac:spMkLst>
        </pc:spChg>
        <pc:picChg chg="del">
          <ac:chgData name="Michael Purtell" userId="acb440cf5b4acec9" providerId="LiveId" clId="{977ED36B-CF21-4213-881A-601546691C79}" dt="2025-10-21T12:47:50.145" v="3068" actId="21"/>
          <ac:picMkLst>
            <pc:docMk/>
            <pc:sldMk cId="1522830489" sldId="291"/>
            <ac:picMk id="3" creationId="{8F96C9CE-817D-3772-6205-05D3A65FC3D7}"/>
          </ac:picMkLst>
        </pc:picChg>
        <pc:picChg chg="add del mod">
          <ac:chgData name="Michael Purtell" userId="acb440cf5b4acec9" providerId="LiveId" clId="{977ED36B-CF21-4213-881A-601546691C79}" dt="2025-10-21T13:06:29.751" v="3119" actId="21"/>
          <ac:picMkLst>
            <pc:docMk/>
            <pc:sldMk cId="1522830489" sldId="291"/>
            <ac:picMk id="5" creationId="{0181041C-5F8A-22DC-80EC-0AADB4CA6BDD}"/>
          </ac:picMkLst>
        </pc:picChg>
        <pc:picChg chg="add del mod">
          <ac:chgData name="Michael Purtell" userId="acb440cf5b4acec9" providerId="LiveId" clId="{977ED36B-CF21-4213-881A-601546691C79}" dt="2025-10-21T13:23:09.734" v="3129" actId="21"/>
          <ac:picMkLst>
            <pc:docMk/>
            <pc:sldMk cId="1522830489" sldId="291"/>
            <ac:picMk id="7" creationId="{99CA6CA9-45F8-52FE-226F-04686B1FB81B}"/>
          </ac:picMkLst>
        </pc:picChg>
        <pc:picChg chg="add mod">
          <ac:chgData name="Michael Purtell" userId="acb440cf5b4acec9" providerId="LiveId" clId="{977ED36B-CF21-4213-881A-601546691C79}" dt="2025-10-21T13:26:39.721" v="3139" actId="962"/>
          <ac:picMkLst>
            <pc:docMk/>
            <pc:sldMk cId="1522830489" sldId="291"/>
            <ac:picMk id="9" creationId="{69AE4D91-6A24-2E4E-0530-E79CAF592BAA}"/>
          </ac:picMkLst>
        </pc:picChg>
      </pc:sldChg>
      <pc:sldChg chg="add del">
        <pc:chgData name="Michael Purtell" userId="acb440cf5b4acec9" providerId="LiveId" clId="{977ED36B-CF21-4213-881A-601546691C79}" dt="2025-10-21T12:48:38.153" v="3074" actId="2696"/>
        <pc:sldMkLst>
          <pc:docMk/>
          <pc:sldMk cId="1088505293" sldId="292"/>
        </pc:sldMkLst>
      </pc:sldChg>
      <pc:sldChg chg="addSp delSp modSp add mod modAnim">
        <pc:chgData name="Michael Purtell" userId="acb440cf5b4acec9" providerId="LiveId" clId="{977ED36B-CF21-4213-881A-601546691C79}" dt="2025-10-22T03:15:29.035" v="4858" actId="962"/>
        <pc:sldMkLst>
          <pc:docMk/>
          <pc:sldMk cId="2012340455" sldId="292"/>
        </pc:sldMkLst>
        <pc:spChg chg="add mod">
          <ac:chgData name="Michael Purtell" userId="acb440cf5b4acec9" providerId="LiveId" clId="{977ED36B-CF21-4213-881A-601546691C79}" dt="2025-10-21T16:23:27.687" v="4369" actId="20577"/>
          <ac:spMkLst>
            <pc:docMk/>
            <pc:sldMk cId="2012340455" sldId="292"/>
            <ac:spMk id="2" creationId="{39C7AAAF-F22F-76D7-1B9D-079AC6071793}"/>
          </ac:spMkLst>
        </pc:spChg>
        <pc:picChg chg="add del mod">
          <ac:chgData name="Michael Purtell" userId="acb440cf5b4acec9" providerId="LiveId" clId="{977ED36B-CF21-4213-881A-601546691C79}" dt="2025-10-21T15:03:45.768" v="4013" actId="21"/>
          <ac:picMkLst>
            <pc:docMk/>
            <pc:sldMk cId="2012340455" sldId="292"/>
            <ac:picMk id="3" creationId="{F75FE9AA-1338-C47F-A693-FB4F681E8545}"/>
          </ac:picMkLst>
        </pc:picChg>
        <pc:picChg chg="add del mod">
          <ac:chgData name="Michael Purtell" userId="acb440cf5b4acec9" providerId="LiveId" clId="{977ED36B-CF21-4213-881A-601546691C79}" dt="2025-10-22T03:15:24.778" v="4855" actId="21"/>
          <ac:picMkLst>
            <pc:docMk/>
            <pc:sldMk cId="2012340455" sldId="292"/>
            <ac:picMk id="5" creationId="{A26D2BBE-A351-E513-D55C-8D2DCD5ECF6A}"/>
          </ac:picMkLst>
        </pc:picChg>
        <pc:picChg chg="add del mod">
          <ac:chgData name="Michael Purtell" userId="acb440cf5b4acec9" providerId="LiveId" clId="{977ED36B-CF21-4213-881A-601546691C79}" dt="2025-10-22T01:07:08.158" v="4798" actId="21"/>
          <ac:picMkLst>
            <pc:docMk/>
            <pc:sldMk cId="2012340455" sldId="292"/>
            <ac:picMk id="6" creationId="{7CA1B096-A87A-7E07-455F-7EEBDCBDC61C}"/>
          </ac:picMkLst>
        </pc:picChg>
        <pc:picChg chg="add mod">
          <ac:chgData name="Michael Purtell" userId="acb440cf5b4acec9" providerId="LiveId" clId="{977ED36B-CF21-4213-881A-601546691C79}" dt="2025-10-22T03:15:29.035" v="4858" actId="962"/>
          <ac:picMkLst>
            <pc:docMk/>
            <pc:sldMk cId="2012340455" sldId="292"/>
            <ac:picMk id="6" creationId="{9D471E21-706B-8221-996D-79DBBFAFB2DB}"/>
          </ac:picMkLst>
        </pc:picChg>
      </pc:sldChg>
      <pc:sldChg chg="addSp delSp modSp add mod modAnim">
        <pc:chgData name="Michael Purtell" userId="acb440cf5b4acec9" providerId="LiveId" clId="{977ED36B-CF21-4213-881A-601546691C79}" dt="2025-10-21T13:38:27.615" v="3837"/>
        <pc:sldMkLst>
          <pc:docMk/>
          <pc:sldMk cId="299932084" sldId="293"/>
        </pc:sldMkLst>
        <pc:spChg chg="add mod">
          <ac:chgData name="Michael Purtell" userId="acb440cf5b4acec9" providerId="LiveId" clId="{977ED36B-CF21-4213-881A-601546691C79}" dt="2025-10-21T13:34:25.787" v="3766" actId="1076"/>
          <ac:spMkLst>
            <pc:docMk/>
            <pc:sldMk cId="299932084" sldId="293"/>
            <ac:spMk id="7" creationId="{4E39C498-99CF-A7E9-44AE-3F53CB653B71}"/>
          </ac:spMkLst>
        </pc:spChg>
        <pc:picChg chg="add del mod">
          <ac:chgData name="Michael Purtell" userId="acb440cf5b4acec9" providerId="LiveId" clId="{977ED36B-CF21-4213-881A-601546691C79}" dt="2025-10-21T13:23:03.369" v="3128" actId="21"/>
          <ac:picMkLst>
            <pc:docMk/>
            <pc:sldMk cId="299932084" sldId="293"/>
            <ac:picMk id="3" creationId="{32DE9686-B548-F552-A86B-712CCCF84408}"/>
          </ac:picMkLst>
        </pc:picChg>
        <pc:picChg chg="add mod">
          <ac:chgData name="Michael Purtell" userId="acb440cf5b4acec9" providerId="LiveId" clId="{977ED36B-CF21-4213-881A-601546691C79}" dt="2025-10-21T13:27:13.359" v="3160" actId="962"/>
          <ac:picMkLst>
            <pc:docMk/>
            <pc:sldMk cId="299932084" sldId="293"/>
            <ac:picMk id="6" creationId="{DAE50E3E-A9FD-D7C7-521E-E1C0F94DB9B1}"/>
          </ac:picMkLst>
        </pc:picChg>
      </pc:sldChg>
      <pc:sldChg chg="add del">
        <pc:chgData name="Michael Purtell" userId="acb440cf5b4acec9" providerId="LiveId" clId="{977ED36B-CF21-4213-881A-601546691C79}" dt="2025-10-21T12:48:38.153" v="3074" actId="2696"/>
        <pc:sldMkLst>
          <pc:docMk/>
          <pc:sldMk cId="3074277364" sldId="293"/>
        </pc:sldMkLst>
      </pc:sldChg>
      <pc:sldChg chg="add del">
        <pc:chgData name="Michael Purtell" userId="acb440cf5b4acec9" providerId="LiveId" clId="{977ED36B-CF21-4213-881A-601546691C79}" dt="2025-10-21T12:48:38.153" v="3074" actId="2696"/>
        <pc:sldMkLst>
          <pc:docMk/>
          <pc:sldMk cId="2540761929" sldId="294"/>
        </pc:sldMkLst>
      </pc:sldChg>
      <pc:sldChg chg="addSp delSp modSp add mod modAnim">
        <pc:chgData name="Michael Purtell" userId="acb440cf5b4acec9" providerId="LiveId" clId="{977ED36B-CF21-4213-881A-601546691C79}" dt="2025-10-21T13:38:23.629" v="3836"/>
        <pc:sldMkLst>
          <pc:docMk/>
          <pc:sldMk cId="3194819545" sldId="294"/>
        </pc:sldMkLst>
        <pc:spChg chg="add mod">
          <ac:chgData name="Michael Purtell" userId="acb440cf5b4acec9" providerId="LiveId" clId="{977ED36B-CF21-4213-881A-601546691C79}" dt="2025-10-21T13:34:16.750" v="3764" actId="1076"/>
          <ac:spMkLst>
            <pc:docMk/>
            <pc:sldMk cId="3194819545" sldId="294"/>
            <ac:spMk id="7" creationId="{EA52C093-F5FE-F96E-B73D-AF27B157E673}"/>
          </ac:spMkLst>
        </pc:spChg>
        <pc:picChg chg="add del mod">
          <ac:chgData name="Michael Purtell" userId="acb440cf5b4acec9" providerId="LiveId" clId="{977ED36B-CF21-4213-881A-601546691C79}" dt="2025-10-21T13:23:21.547" v="3135" actId="21"/>
          <ac:picMkLst>
            <pc:docMk/>
            <pc:sldMk cId="3194819545" sldId="294"/>
            <ac:picMk id="3" creationId="{EC10165C-FA74-E2E9-527B-E41FCFE488F2}"/>
          </ac:picMkLst>
        </pc:picChg>
        <pc:picChg chg="add mod">
          <ac:chgData name="Michael Purtell" userId="acb440cf5b4acec9" providerId="LiveId" clId="{977ED36B-CF21-4213-881A-601546691C79}" dt="2025-10-21T13:27:06.738" v="3157" actId="962"/>
          <ac:picMkLst>
            <pc:docMk/>
            <pc:sldMk cId="3194819545" sldId="294"/>
            <ac:picMk id="6" creationId="{4303FC9C-D85A-D006-6702-03B3D1BAA474}"/>
          </ac:picMkLst>
        </pc:picChg>
      </pc:sldChg>
      <pc:sldChg chg="addSp delSp modSp add mod modAnim">
        <pc:chgData name="Michael Purtell" userId="acb440cf5b4acec9" providerId="LiveId" clId="{977ED36B-CF21-4213-881A-601546691C79}" dt="2025-10-21T13:38:20.904" v="3835"/>
        <pc:sldMkLst>
          <pc:docMk/>
          <pc:sldMk cId="1374389428" sldId="295"/>
        </pc:sldMkLst>
        <pc:spChg chg="add mod">
          <ac:chgData name="Michael Purtell" userId="acb440cf5b4acec9" providerId="LiveId" clId="{977ED36B-CF21-4213-881A-601546691C79}" dt="2025-10-21T13:32:57.538" v="3622" actId="20577"/>
          <ac:spMkLst>
            <pc:docMk/>
            <pc:sldMk cId="1374389428" sldId="295"/>
            <ac:spMk id="7" creationId="{A5E5D54C-652D-059D-60BF-92891EDB9A39}"/>
          </ac:spMkLst>
        </pc:spChg>
        <pc:picChg chg="add del mod">
          <ac:chgData name="Michael Purtell" userId="acb440cf5b4acec9" providerId="LiveId" clId="{977ED36B-CF21-4213-881A-601546691C79}" dt="2025-10-21T13:23:20.053" v="3134" actId="21"/>
          <ac:picMkLst>
            <pc:docMk/>
            <pc:sldMk cId="1374389428" sldId="295"/>
            <ac:picMk id="3" creationId="{DAA6906E-92C6-5304-58CD-C21A20E67DAA}"/>
          </ac:picMkLst>
        </pc:picChg>
        <pc:picChg chg="add mod">
          <ac:chgData name="Michael Purtell" userId="acb440cf5b4acec9" providerId="LiveId" clId="{977ED36B-CF21-4213-881A-601546691C79}" dt="2025-10-21T13:27:02.985" v="3154" actId="962"/>
          <ac:picMkLst>
            <pc:docMk/>
            <pc:sldMk cId="1374389428" sldId="295"/>
            <ac:picMk id="6" creationId="{F9DDEC19-618F-692D-157C-A083723AD564}"/>
          </ac:picMkLst>
        </pc:picChg>
      </pc:sldChg>
      <pc:sldChg chg="add del">
        <pc:chgData name="Michael Purtell" userId="acb440cf5b4acec9" providerId="LiveId" clId="{977ED36B-CF21-4213-881A-601546691C79}" dt="2025-10-21T12:48:38.153" v="3074" actId="2696"/>
        <pc:sldMkLst>
          <pc:docMk/>
          <pc:sldMk cId="4178098929" sldId="295"/>
        </pc:sldMkLst>
      </pc:sldChg>
      <pc:sldChg chg="addSp delSp modSp add mod modAnim">
        <pc:chgData name="Michael Purtell" userId="acb440cf5b4acec9" providerId="LiveId" clId="{977ED36B-CF21-4213-881A-601546691C79}" dt="2025-10-21T13:38:18.224" v="3834"/>
        <pc:sldMkLst>
          <pc:docMk/>
          <pc:sldMk cId="2863406685" sldId="296"/>
        </pc:sldMkLst>
        <pc:spChg chg="add mod">
          <ac:chgData name="Michael Purtell" userId="acb440cf5b4acec9" providerId="LiveId" clId="{977ED36B-CF21-4213-881A-601546691C79}" dt="2025-10-21T13:32:30.349" v="3535" actId="20577"/>
          <ac:spMkLst>
            <pc:docMk/>
            <pc:sldMk cId="2863406685" sldId="296"/>
            <ac:spMk id="7" creationId="{7891D018-B68B-F05B-6B44-5D6C307F1425}"/>
          </ac:spMkLst>
        </pc:spChg>
        <pc:picChg chg="add del mod">
          <ac:chgData name="Michael Purtell" userId="acb440cf5b4acec9" providerId="LiveId" clId="{977ED36B-CF21-4213-881A-601546691C79}" dt="2025-10-21T13:23:18.052" v="3133" actId="21"/>
          <ac:picMkLst>
            <pc:docMk/>
            <pc:sldMk cId="2863406685" sldId="296"/>
            <ac:picMk id="3" creationId="{2B64722F-F87C-4864-4B2B-568D2FB76063}"/>
          </ac:picMkLst>
        </pc:picChg>
        <pc:picChg chg="add mod">
          <ac:chgData name="Michael Purtell" userId="acb440cf5b4acec9" providerId="LiveId" clId="{977ED36B-CF21-4213-881A-601546691C79}" dt="2025-10-21T13:26:59.667" v="3151" actId="962"/>
          <ac:picMkLst>
            <pc:docMk/>
            <pc:sldMk cId="2863406685" sldId="296"/>
            <ac:picMk id="6" creationId="{EF49249D-445F-65E3-CB1C-31A0E19B582D}"/>
          </ac:picMkLst>
        </pc:picChg>
      </pc:sldChg>
      <pc:sldChg chg="addSp delSp modSp add mod modAnim">
        <pc:chgData name="Michael Purtell" userId="acb440cf5b4acec9" providerId="LiveId" clId="{977ED36B-CF21-4213-881A-601546691C79}" dt="2025-10-21T13:38:15.578" v="3833"/>
        <pc:sldMkLst>
          <pc:docMk/>
          <pc:sldMk cId="3319247977" sldId="297"/>
        </pc:sldMkLst>
        <pc:spChg chg="add mod">
          <ac:chgData name="Michael Purtell" userId="acb440cf5b4acec9" providerId="LiveId" clId="{977ED36B-CF21-4213-881A-601546691C79}" dt="2025-10-21T13:36:05.259" v="3828" actId="33524"/>
          <ac:spMkLst>
            <pc:docMk/>
            <pc:sldMk cId="3319247977" sldId="297"/>
            <ac:spMk id="7" creationId="{EAC58E40-C69A-780C-0AF1-A2D850A8403C}"/>
          </ac:spMkLst>
        </pc:spChg>
        <pc:picChg chg="add del mod">
          <ac:chgData name="Michael Purtell" userId="acb440cf5b4acec9" providerId="LiveId" clId="{977ED36B-CF21-4213-881A-601546691C79}" dt="2025-10-21T13:23:16.309" v="3132" actId="21"/>
          <ac:picMkLst>
            <pc:docMk/>
            <pc:sldMk cId="3319247977" sldId="297"/>
            <ac:picMk id="3" creationId="{79E213A7-A435-3776-64DB-B973E94120EA}"/>
          </ac:picMkLst>
        </pc:picChg>
        <pc:picChg chg="add mod">
          <ac:chgData name="Michael Purtell" userId="acb440cf5b4acec9" providerId="LiveId" clId="{977ED36B-CF21-4213-881A-601546691C79}" dt="2025-10-21T13:26:54.593" v="3148" actId="962"/>
          <ac:picMkLst>
            <pc:docMk/>
            <pc:sldMk cId="3319247977" sldId="297"/>
            <ac:picMk id="6" creationId="{D4A04896-2B94-736D-2AE5-B066728A4978}"/>
          </ac:picMkLst>
        </pc:picChg>
      </pc:sldChg>
      <pc:sldChg chg="addSp delSp modSp add mod modAnim">
        <pc:chgData name="Michael Purtell" userId="acb440cf5b4acec9" providerId="LiveId" clId="{977ED36B-CF21-4213-881A-601546691C79}" dt="2025-10-21T13:38:12.484" v="3832"/>
        <pc:sldMkLst>
          <pc:docMk/>
          <pc:sldMk cId="3337213376" sldId="298"/>
        </pc:sldMkLst>
        <pc:spChg chg="add del mod">
          <ac:chgData name="Michael Purtell" userId="acb440cf5b4acec9" providerId="LiveId" clId="{977ED36B-CF21-4213-881A-601546691C79}" dt="2025-10-21T13:30:51.498" v="3350" actId="21"/>
          <ac:spMkLst>
            <pc:docMk/>
            <pc:sldMk cId="3337213376" sldId="298"/>
            <ac:spMk id="7" creationId="{C3B1D3E9-2F78-3AC5-65A7-CE7E3DD685A0}"/>
          </ac:spMkLst>
        </pc:spChg>
        <pc:spChg chg="add mod">
          <ac:chgData name="Michael Purtell" userId="acb440cf5b4acec9" providerId="LiveId" clId="{977ED36B-CF21-4213-881A-601546691C79}" dt="2025-10-21T13:31:03.028" v="3391" actId="20577"/>
          <ac:spMkLst>
            <pc:docMk/>
            <pc:sldMk cId="3337213376" sldId="298"/>
            <ac:spMk id="8" creationId="{4F3871C8-B58D-1095-362E-A37C623B014E}"/>
          </ac:spMkLst>
        </pc:spChg>
        <pc:picChg chg="add del mod">
          <ac:chgData name="Michael Purtell" userId="acb440cf5b4acec9" providerId="LiveId" clId="{977ED36B-CF21-4213-881A-601546691C79}" dt="2025-10-21T13:23:14.300" v="3131" actId="21"/>
          <ac:picMkLst>
            <pc:docMk/>
            <pc:sldMk cId="3337213376" sldId="298"/>
            <ac:picMk id="3" creationId="{1B4A5F57-1783-C690-51B2-641309A6AFD6}"/>
          </ac:picMkLst>
        </pc:picChg>
        <pc:picChg chg="add mod">
          <ac:chgData name="Michael Purtell" userId="acb440cf5b4acec9" providerId="LiveId" clId="{977ED36B-CF21-4213-881A-601546691C79}" dt="2025-10-21T13:26:51.075" v="3145" actId="962"/>
          <ac:picMkLst>
            <pc:docMk/>
            <pc:sldMk cId="3337213376" sldId="298"/>
            <ac:picMk id="6" creationId="{843A8AF2-ED95-5821-2579-4E4574485EA7}"/>
          </ac:picMkLst>
        </pc:picChg>
      </pc:sldChg>
      <pc:sldChg chg="addSp modSp add del mod">
        <pc:chgData name="Michael Purtell" userId="acb440cf5b4acec9" providerId="LiveId" clId="{977ED36B-CF21-4213-881A-601546691C79}" dt="2025-10-21T13:06:31.413" v="3120" actId="2696"/>
        <pc:sldMkLst>
          <pc:docMk/>
          <pc:sldMk cId="3849484943" sldId="299"/>
        </pc:sldMkLst>
        <pc:picChg chg="add mod">
          <ac:chgData name="Michael Purtell" userId="acb440cf5b4acec9" providerId="LiveId" clId="{977ED36B-CF21-4213-881A-601546691C79}" dt="2025-10-21T12:49:33.042" v="3089" actId="962"/>
          <ac:picMkLst>
            <pc:docMk/>
            <pc:sldMk cId="3849484943" sldId="299"/>
            <ac:picMk id="3" creationId="{84B77965-6BE6-4237-D2E0-CE83522F437C}"/>
          </ac:picMkLst>
        </pc:picChg>
      </pc:sldChg>
      <pc:sldChg chg="addSp modSp new mod modAnim">
        <pc:chgData name="Michael Purtell" userId="acb440cf5b4acec9" providerId="LiveId" clId="{977ED36B-CF21-4213-881A-601546691C79}" dt="2025-10-21T13:44:54.737" v="4000" actId="14100"/>
        <pc:sldMkLst>
          <pc:docMk/>
          <pc:sldMk cId="3065962303" sldId="300"/>
        </pc:sldMkLst>
        <pc:spChg chg="add mod">
          <ac:chgData name="Michael Purtell" userId="acb440cf5b4acec9" providerId="LiveId" clId="{977ED36B-CF21-4213-881A-601546691C79}" dt="2025-10-21T13:44:54.737" v="4000" actId="14100"/>
          <ac:spMkLst>
            <pc:docMk/>
            <pc:sldMk cId="3065962303" sldId="300"/>
            <ac:spMk id="5" creationId="{CD6AD73B-9FF9-6407-68FA-38922C3EF89F}"/>
          </ac:spMkLst>
        </pc:spChg>
        <pc:picChg chg="add mod">
          <ac:chgData name="Michael Purtell" userId="acb440cf5b4acec9" providerId="LiveId" clId="{977ED36B-CF21-4213-881A-601546691C79}" dt="2025-10-21T13:27:30.741" v="3166" actId="962"/>
          <ac:picMkLst>
            <pc:docMk/>
            <pc:sldMk cId="3065962303" sldId="300"/>
            <ac:picMk id="4" creationId="{54D633F5-963B-5475-6BBD-BDB5BD8CDECE}"/>
          </ac:picMkLst>
        </pc:picChg>
      </pc:sldChg>
      <pc:sldChg chg="addSp delSp modSp new mod modAnim">
        <pc:chgData name="Michael Purtell" userId="acb440cf5b4acec9" providerId="LiveId" clId="{977ED36B-CF21-4213-881A-601546691C79}" dt="2025-10-21T13:38:30.709" v="3838"/>
        <pc:sldMkLst>
          <pc:docMk/>
          <pc:sldMk cId="1223851415" sldId="301"/>
        </pc:sldMkLst>
        <pc:spChg chg="add mod">
          <ac:chgData name="Michael Purtell" userId="acb440cf5b4acec9" providerId="LiveId" clId="{977ED36B-CF21-4213-881A-601546691C79}" dt="2025-10-21T13:34:51.404" v="3813" actId="14100"/>
          <ac:spMkLst>
            <pc:docMk/>
            <pc:sldMk cId="1223851415" sldId="301"/>
            <ac:spMk id="7" creationId="{94A46B27-417C-87E8-0423-2F17E9F6B1E9}"/>
          </ac:spMkLst>
        </pc:spChg>
        <pc:picChg chg="add del mod">
          <ac:chgData name="Michael Purtell" userId="acb440cf5b4acec9" providerId="LiveId" clId="{977ED36B-CF21-4213-881A-601546691C79}" dt="2025-10-21T13:23:25.897" v="3136" actId="21"/>
          <ac:picMkLst>
            <pc:docMk/>
            <pc:sldMk cId="1223851415" sldId="301"/>
            <ac:picMk id="4" creationId="{4CA5A80C-02F7-26E4-E105-37EBB469BEC9}"/>
          </ac:picMkLst>
        </pc:picChg>
        <pc:picChg chg="add mod">
          <ac:chgData name="Michael Purtell" userId="acb440cf5b4acec9" providerId="LiveId" clId="{977ED36B-CF21-4213-881A-601546691C79}" dt="2025-10-21T13:27:20.536" v="3163" actId="962"/>
          <ac:picMkLst>
            <pc:docMk/>
            <pc:sldMk cId="1223851415" sldId="301"/>
            <ac:picMk id="6" creationId="{B328D110-DA22-D2AD-6A4E-33570C211A0C}"/>
          </ac:picMkLst>
        </pc:picChg>
      </pc:sldChg>
      <pc:sldChg chg="addSp modSp new del mod">
        <pc:chgData name="Michael Purtell" userId="acb440cf5b4acec9" providerId="LiveId" clId="{977ED36B-CF21-4213-881A-601546691C79}" dt="2025-10-21T13:01:49.657" v="3117" actId="2696"/>
        <pc:sldMkLst>
          <pc:docMk/>
          <pc:sldMk cId="1163366904" sldId="302"/>
        </pc:sldMkLst>
        <pc:picChg chg="add mod">
          <ac:chgData name="Michael Purtell" userId="acb440cf5b4acec9" providerId="LiveId" clId="{977ED36B-CF21-4213-881A-601546691C79}" dt="2025-10-21T12:56:08.547" v="3113" actId="962"/>
          <ac:picMkLst>
            <pc:docMk/>
            <pc:sldMk cId="1163366904" sldId="302"/>
            <ac:picMk id="4" creationId="{A4FB78A0-612C-A979-2F59-D0F7265C771A}"/>
          </ac:picMkLst>
        </pc:picChg>
      </pc:sldChg>
      <pc:sldChg chg="addSp delSp modSp add mod modAnim">
        <pc:chgData name="Michael Purtell" userId="acb440cf5b4acec9" providerId="LiveId" clId="{977ED36B-CF21-4213-881A-601546691C79}" dt="2025-10-21T13:38:09.622" v="3831"/>
        <pc:sldMkLst>
          <pc:docMk/>
          <pc:sldMk cId="1991631966" sldId="302"/>
        </pc:sldMkLst>
        <pc:spChg chg="add mod">
          <ac:chgData name="Michael Purtell" userId="acb440cf5b4acec9" providerId="LiveId" clId="{977ED36B-CF21-4213-881A-601546691C79}" dt="2025-10-21T13:30:32.883" v="3348" actId="1076"/>
          <ac:spMkLst>
            <pc:docMk/>
            <pc:sldMk cId="1991631966" sldId="302"/>
            <ac:spMk id="7" creationId="{7EE3D3AF-1C73-BCD5-3BAF-40B03B25F44A}"/>
          </ac:spMkLst>
        </pc:spChg>
        <pc:picChg chg="add del mod">
          <ac:chgData name="Michael Purtell" userId="acb440cf5b4acec9" providerId="LiveId" clId="{977ED36B-CF21-4213-881A-601546691C79}" dt="2025-10-21T13:23:11.849" v="3130" actId="21"/>
          <ac:picMkLst>
            <pc:docMk/>
            <pc:sldMk cId="1991631966" sldId="302"/>
            <ac:picMk id="3" creationId="{C04F67EA-5E8D-F2F4-78AA-157E443A543A}"/>
          </ac:picMkLst>
        </pc:picChg>
        <pc:picChg chg="add mod">
          <ac:chgData name="Michael Purtell" userId="acb440cf5b4acec9" providerId="LiveId" clId="{977ED36B-CF21-4213-881A-601546691C79}" dt="2025-10-21T13:26:47.065" v="3142" actId="962"/>
          <ac:picMkLst>
            <pc:docMk/>
            <pc:sldMk cId="1991631966" sldId="302"/>
            <ac:picMk id="6" creationId="{C3259F44-EEEE-B4BF-F837-B95650693B02}"/>
          </ac:picMkLst>
        </pc:picChg>
      </pc:sldChg>
      <pc:sldChg chg="addSp delSp modSp add mod modAnim">
        <pc:chgData name="Michael Purtell" userId="acb440cf5b4acec9" providerId="LiveId" clId="{977ED36B-CF21-4213-881A-601546691C79}" dt="2025-10-21T16:24:30.094" v="4589" actId="20577"/>
        <pc:sldMkLst>
          <pc:docMk/>
          <pc:sldMk cId="248619178" sldId="303"/>
        </pc:sldMkLst>
        <pc:spChg chg="add mod">
          <ac:chgData name="Michael Purtell" userId="acb440cf5b4acec9" providerId="LiveId" clId="{977ED36B-CF21-4213-881A-601546691C79}" dt="2025-10-21T16:24:30.094" v="4589" actId="20577"/>
          <ac:spMkLst>
            <pc:docMk/>
            <pc:sldMk cId="248619178" sldId="303"/>
            <ac:spMk id="2" creationId="{060E148B-ABAA-87A6-D93D-9DEA46C8EA19}"/>
          </ac:spMkLst>
        </pc:spChg>
        <pc:picChg chg="del">
          <ac:chgData name="Michael Purtell" userId="acb440cf5b4acec9" providerId="LiveId" clId="{977ED36B-CF21-4213-881A-601546691C79}" dt="2025-10-21T14:58:41.667" v="4005" actId="21"/>
          <ac:picMkLst>
            <pc:docMk/>
            <pc:sldMk cId="248619178" sldId="303"/>
            <ac:picMk id="3" creationId="{B3B408ED-973D-32F4-7CB3-13F45C2665BB}"/>
          </ac:picMkLst>
        </pc:picChg>
        <pc:picChg chg="add del mod">
          <ac:chgData name="Michael Purtell" userId="acb440cf5b4acec9" providerId="LiveId" clId="{977ED36B-CF21-4213-881A-601546691C79}" dt="2025-10-21T15:01:34.473" v="4009" actId="21"/>
          <ac:picMkLst>
            <pc:docMk/>
            <pc:sldMk cId="248619178" sldId="303"/>
            <ac:picMk id="5" creationId="{A8BC1039-5C00-0E0B-5637-6C538550FFF0}"/>
          </ac:picMkLst>
        </pc:picChg>
        <pc:picChg chg="add mod">
          <ac:chgData name="Michael Purtell" userId="acb440cf5b4acec9" providerId="LiveId" clId="{977ED36B-CF21-4213-881A-601546691C79}" dt="2025-10-21T15:01:43.149" v="4012" actId="962"/>
          <ac:picMkLst>
            <pc:docMk/>
            <pc:sldMk cId="248619178" sldId="303"/>
            <ac:picMk id="7" creationId="{E6C63395-7ED0-A86C-6BC1-F3E2600274F1}"/>
          </ac:picMkLst>
        </pc:picChg>
      </pc:sldChg>
      <pc:sldChg chg="modSp add del">
        <pc:chgData name="Michael Purtell" userId="acb440cf5b4acec9" providerId="LiveId" clId="{977ED36B-CF21-4213-881A-601546691C79}" dt="2025-10-22T03:54:40.534" v="4875" actId="2696"/>
        <pc:sldMkLst>
          <pc:docMk/>
          <pc:sldMk cId="3362600758" sldId="304"/>
        </pc:sldMkLst>
        <pc:spChg chg="mod">
          <ac:chgData name="Michael Purtell" userId="acb440cf5b4acec9" providerId="LiveId" clId="{977ED36B-CF21-4213-881A-601546691C79}" dt="2025-10-22T03:54:13.114" v="4874" actId="20577"/>
          <ac:spMkLst>
            <pc:docMk/>
            <pc:sldMk cId="3362600758" sldId="304"/>
            <ac:spMk id="10" creationId="{4F7E826B-7DA4-F5A5-CB8B-8423183408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D53DFF0C-5437-820A-5A47-1B776203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600c261e3_0_4542:notes">
            <a:extLst>
              <a:ext uri="{FF2B5EF4-FFF2-40B4-BE49-F238E27FC236}">
                <a16:creationId xmlns:a16="http://schemas.microsoft.com/office/drawing/2014/main" id="{D0F1D221-7E87-1C1D-82F5-59FA15812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600c261e3_0_4542:notes">
            <a:extLst>
              <a:ext uri="{FF2B5EF4-FFF2-40B4-BE49-F238E27FC236}">
                <a16:creationId xmlns:a16="http://schemas.microsoft.com/office/drawing/2014/main" id="{A0FE1D29-6A3C-4839-7579-CBB4ABC47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793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0E5C3FB3-33DF-0321-1387-8A7B2CB0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600c261e3_0_4542:notes">
            <a:extLst>
              <a:ext uri="{FF2B5EF4-FFF2-40B4-BE49-F238E27FC236}">
                <a16:creationId xmlns:a16="http://schemas.microsoft.com/office/drawing/2014/main" id="{3A6D27FE-CA74-DDC3-F2F7-151BA34012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600c261e3_0_4542:notes">
            <a:extLst>
              <a:ext uri="{FF2B5EF4-FFF2-40B4-BE49-F238E27FC236}">
                <a16:creationId xmlns:a16="http://schemas.microsoft.com/office/drawing/2014/main" id="{EC73DFEB-D76F-E9C1-5860-3082DBB435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627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600c261e3_0_4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600c261e3_0_4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Spell out specialized language – Accts/AM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Differential between past and future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Don’t let important data be hidden in tables, like this example with Accts/AM (Accounts per Account Manager)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Pressure test your assumptions – especially important when </a:t>
            </a:r>
            <a:r>
              <a:rPr lang="en-US" dirty="0" err="1"/>
              <a:t>forcasting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Define the story – success or call to action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Redundant y-axis values and data labels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Horizontal grid lines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Time to so what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3AADD033-103C-4ACA-C57D-4C8D78360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e600c261e3_0_4542:notes">
            <a:extLst>
              <a:ext uri="{FF2B5EF4-FFF2-40B4-BE49-F238E27FC236}">
                <a16:creationId xmlns:a16="http://schemas.microsoft.com/office/drawing/2014/main" id="{74D91039-7D35-AFBB-3FD0-2FBB123D65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e600c261e3_0_4542:notes">
            <a:extLst>
              <a:ext uri="{FF2B5EF4-FFF2-40B4-BE49-F238E27FC236}">
                <a16:creationId xmlns:a16="http://schemas.microsoft.com/office/drawing/2014/main" id="{52FEE356-73B9-AE16-213C-757165F8D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271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e61dfd4150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2e61dfd4150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75" y="77996"/>
            <a:ext cx="999312" cy="817801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8" y="322860"/>
            <a:ext cx="7030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140650"/>
            <a:ext cx="7030500" cy="3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39891" y="1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341050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823999" y="1613825"/>
            <a:ext cx="6360571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Storytelling with Data</a:t>
            </a:r>
            <a:endParaRPr dirty="0"/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Mike Purtell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90818A6A-5FD3-8837-A526-0816268F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BA962659-EE5A-83A9-5CDE-53F5E1A7A2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8" y="322860"/>
            <a:ext cx="7030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My Speech is Ready</a:t>
            </a:r>
            <a:endParaRPr dirty="0"/>
          </a:p>
        </p:txBody>
      </p:sp>
      <p:sp>
        <p:nvSpPr>
          <p:cNvPr id="284" name="Google Shape;284;p14">
            <a:extLst>
              <a:ext uri="{FF2B5EF4-FFF2-40B4-BE49-F238E27FC236}">
                <a16:creationId xmlns:a16="http://schemas.microsoft.com/office/drawing/2014/main" id="{3E6437BA-8613-5BFB-613A-56132C172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3800" y="1140650"/>
            <a:ext cx="7030500" cy="3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Strong opening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Well organized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Filler words gone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Coherent message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Good close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en-US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about the Slides</a:t>
            </a:r>
            <a:endParaRPr sz="4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Google Shape;285;p14">
            <a:extLst>
              <a:ext uri="{FF2B5EF4-FFF2-40B4-BE49-F238E27FC236}">
                <a16:creationId xmlns:a16="http://schemas.microsoft.com/office/drawing/2014/main" id="{D9D0BF9D-9888-91CA-FB08-9FE30B554A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4859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A6F6FF9A-D362-299E-C17E-FF52CB31C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B9F657BD-2F77-1FD8-BE79-EB0189C02F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8" y="322860"/>
            <a:ext cx="7030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Visual analog of Toastmaster’s filler words</a:t>
            </a:r>
            <a:endParaRPr dirty="0"/>
          </a:p>
        </p:txBody>
      </p:sp>
      <p:sp>
        <p:nvSpPr>
          <p:cNvPr id="284" name="Google Shape;284;p14">
            <a:extLst>
              <a:ext uri="{FF2B5EF4-FFF2-40B4-BE49-F238E27FC236}">
                <a16:creationId xmlns:a16="http://schemas.microsoft.com/office/drawing/2014/main" id="{B1987868-C29D-3884-3BFD-F97BA86A7F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03800" y="1140650"/>
            <a:ext cx="7030500" cy="33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cs typeface="Arial" panose="020B0604020202020204" pitchFamily="34" charset="0"/>
              </a:rPr>
              <a:t>Chart Junk – coined by Edward Tufte in his 1983 book, ‘The Visual Display of Qualitative Information’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Chart junk adds ink, without </a:t>
            </a:r>
            <a:r>
              <a:rPr lang="en-US" sz="2000">
                <a:latin typeface="Arial" panose="020B0604020202020204" pitchFamily="34" charset="0"/>
                <a:cs typeface="Arial" panose="020B0604020202020204" pitchFamily="34" charset="0"/>
              </a:rPr>
              <a:t>adding value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Examples are graph borders, gridlines, over-precise numbers, lengthy category names, awkward legends and so much more.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5" name="Google Shape;285;p14">
            <a:extLst>
              <a:ext uri="{FF2B5EF4-FFF2-40B4-BE49-F238E27FC236}">
                <a16:creationId xmlns:a16="http://schemas.microsoft.com/office/drawing/2014/main" id="{2153CC49-8796-2939-0D75-A4166B0AF8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9111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title"/>
          </p:nvPr>
        </p:nvSpPr>
        <p:spPr>
          <a:xfrm>
            <a:off x="1303808" y="322860"/>
            <a:ext cx="7030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an example</a:t>
            </a:r>
            <a:endParaRPr dirty="0"/>
          </a:p>
        </p:txBody>
      </p:sp>
      <p:sp>
        <p:nvSpPr>
          <p:cNvPr id="285" name="Google Shape;285;p1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" name="Picture 1" descr="A graph of sales growth&#10;&#10;AI-generated content may be incorrect.">
            <a:extLst>
              <a:ext uri="{FF2B5EF4-FFF2-40B4-BE49-F238E27FC236}">
                <a16:creationId xmlns:a16="http://schemas.microsoft.com/office/drawing/2014/main" id="{1446F532-0E7C-B430-759D-89DF34B54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46" y="1058214"/>
            <a:ext cx="5417946" cy="3416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15C949-FD0C-201E-71C7-C8DE624BFA16}"/>
              </a:ext>
            </a:extLst>
          </p:cNvPr>
          <p:cNvSpPr txBox="1"/>
          <p:nvPr/>
        </p:nvSpPr>
        <p:spPr>
          <a:xfrm>
            <a:off x="6098354" y="1435860"/>
            <a:ext cx="26208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Gridlines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Purpose or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Delineation of past data and  future projections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Dual messages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buried in tables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33B46-F6F2-16AE-7F8E-ED32C7B9F16D}"/>
              </a:ext>
            </a:extLst>
          </p:cNvPr>
          <p:cNvSpPr txBox="1"/>
          <p:nvPr/>
        </p:nvSpPr>
        <p:spPr>
          <a:xfrm flipH="1">
            <a:off x="986478" y="4474530"/>
            <a:ext cx="4511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Image is from “Storytelling with Data Before and After,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32883669-6A30-7DB7-8566-93E67D77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>
            <a:extLst>
              <a:ext uri="{FF2B5EF4-FFF2-40B4-BE49-F238E27FC236}">
                <a16:creationId xmlns:a16="http://schemas.microsoft.com/office/drawing/2014/main" id="{1D177E5C-8684-5E40-5793-AED7327698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3808" y="322860"/>
            <a:ext cx="7030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Here is an remake of previous slide</a:t>
            </a:r>
            <a:endParaRPr dirty="0"/>
          </a:p>
        </p:txBody>
      </p:sp>
      <p:sp>
        <p:nvSpPr>
          <p:cNvPr id="285" name="Google Shape;285;p14">
            <a:extLst>
              <a:ext uri="{FF2B5EF4-FFF2-40B4-BE49-F238E27FC236}">
                <a16:creationId xmlns:a16="http://schemas.microsoft.com/office/drawing/2014/main" id="{029D1E79-3C53-9992-8C7B-417858FD3F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049E7B-BFA8-05E0-8BA7-E54A18EDFB80}"/>
              </a:ext>
            </a:extLst>
          </p:cNvPr>
          <p:cNvSpPr txBox="1"/>
          <p:nvPr/>
        </p:nvSpPr>
        <p:spPr>
          <a:xfrm>
            <a:off x="7114044" y="1270260"/>
            <a:ext cx="1800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Takeaway title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Sensible colors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Purpose or Message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Past vs. Future, hard to tell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302432-ABD7-6154-2C8D-C99A4956F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89" y="1121941"/>
            <a:ext cx="6495655" cy="36150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1B68327-7660-AEA8-3D94-9776AC6C309B}"/>
              </a:ext>
            </a:extLst>
          </p:cNvPr>
          <p:cNvSpPr txBox="1"/>
          <p:nvPr/>
        </p:nvSpPr>
        <p:spPr>
          <a:xfrm flipH="1">
            <a:off x="956866" y="4736976"/>
            <a:ext cx="45115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Image is from “Storytelling with Data Before and After, 2025</a:t>
            </a:r>
          </a:p>
        </p:txBody>
      </p:sp>
    </p:spTree>
    <p:extLst>
      <p:ext uri="{BB962C8B-B14F-4D97-AF65-F5344CB8AC3E}">
        <p14:creationId xmlns:p14="http://schemas.microsoft.com/office/powerpoint/2010/main" val="201105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E3A41-0704-AF16-9330-A786BAE0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340D8-8EAD-0609-C418-66DFC14E58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9" name="Picture 8" descr="A graph with different colored lines and numbers&#10;&#10;AI-generated content may be incorrect.">
            <a:extLst>
              <a:ext uri="{FF2B5EF4-FFF2-40B4-BE49-F238E27FC236}">
                <a16:creationId xmlns:a16="http://schemas.microsoft.com/office/drawing/2014/main" id="{69AE4D91-6A24-2E4E-0530-E79CAF592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DCB0-590C-90E8-8BAC-1A4ED4CFC000}"/>
              </a:ext>
            </a:extLst>
          </p:cNvPr>
          <p:cNvSpPr txBox="1"/>
          <p:nvPr/>
        </p:nvSpPr>
        <p:spPr>
          <a:xfrm flipH="1">
            <a:off x="5791052" y="4583087"/>
            <a:ext cx="2318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What the heck is TTT?</a:t>
            </a:r>
          </a:p>
        </p:txBody>
      </p:sp>
    </p:spTree>
    <p:extLst>
      <p:ext uri="{BB962C8B-B14F-4D97-AF65-F5344CB8AC3E}">
        <p14:creationId xmlns:p14="http://schemas.microsoft.com/office/powerpoint/2010/main" val="152283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0F69-1FC8-7058-4B30-63250AA5E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682A-81C4-DD2E-8E75-E9945AAAB0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C3259F44-EEEE-B4BF-F837-B95650693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E3D3AF-1C73-BCD5-3BAF-40B03B25F44A}"/>
              </a:ext>
            </a:extLst>
          </p:cNvPr>
          <p:cNvSpPr txBox="1"/>
          <p:nvPr/>
        </p:nvSpPr>
        <p:spPr>
          <a:xfrm flipH="1">
            <a:off x="5873499" y="4583087"/>
            <a:ext cx="2775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Smooth out the line shapes</a:t>
            </a:r>
          </a:p>
        </p:txBody>
      </p:sp>
    </p:spTree>
    <p:extLst>
      <p:ext uri="{BB962C8B-B14F-4D97-AF65-F5344CB8AC3E}">
        <p14:creationId xmlns:p14="http://schemas.microsoft.com/office/powerpoint/2010/main" val="199163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6142-8D70-011D-0DA4-28D5AA11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FE388-8A34-599D-4F27-5958585421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6" name="Picture 5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843A8AF2-ED95-5821-2579-4E4574485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3871C8-B58D-1095-362E-A37C623B014E}"/>
              </a:ext>
            </a:extLst>
          </p:cNvPr>
          <p:cNvSpPr txBox="1"/>
          <p:nvPr/>
        </p:nvSpPr>
        <p:spPr>
          <a:xfrm flipH="1">
            <a:off x="5873499" y="4583087"/>
            <a:ext cx="2775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Lose the gridlines</a:t>
            </a:r>
          </a:p>
        </p:txBody>
      </p:sp>
    </p:spTree>
    <p:extLst>
      <p:ext uri="{BB962C8B-B14F-4D97-AF65-F5344CB8AC3E}">
        <p14:creationId xmlns:p14="http://schemas.microsoft.com/office/powerpoint/2010/main" val="333721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68687-56E8-0DBA-2D12-F273EC3A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5A143-707A-D101-4AC9-1C1CE11406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4A04896-2B94-736D-2AE5-B066728A4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58E40-C69A-780C-0AF1-A2D850A8403C}"/>
              </a:ext>
            </a:extLst>
          </p:cNvPr>
          <p:cNvSpPr txBox="1"/>
          <p:nvPr/>
        </p:nvSpPr>
        <p:spPr>
          <a:xfrm flipH="1">
            <a:off x="5021705" y="4583087"/>
            <a:ext cx="3627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Get rid of the top and right-side borders</a:t>
            </a:r>
          </a:p>
        </p:txBody>
      </p:sp>
    </p:spTree>
    <p:extLst>
      <p:ext uri="{BB962C8B-B14F-4D97-AF65-F5344CB8AC3E}">
        <p14:creationId xmlns:p14="http://schemas.microsoft.com/office/powerpoint/2010/main" val="331924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7CC40-FEA5-2E9C-FE13-3D5047235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51F53-B9EA-0C96-52E6-8DA7AE8605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F49249D-445F-65E3-CB1C-31A0E19B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91D018-B68B-F05B-6B44-5D6C307F1425}"/>
              </a:ext>
            </a:extLst>
          </p:cNvPr>
          <p:cNvSpPr txBox="1"/>
          <p:nvPr/>
        </p:nvSpPr>
        <p:spPr>
          <a:xfrm flipH="1">
            <a:off x="5021705" y="4583087"/>
            <a:ext cx="3627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Remove axis label ‘Year’ – it’s obvious</a:t>
            </a:r>
          </a:p>
        </p:txBody>
      </p:sp>
    </p:spTree>
    <p:extLst>
      <p:ext uri="{BB962C8B-B14F-4D97-AF65-F5344CB8AC3E}">
        <p14:creationId xmlns:p14="http://schemas.microsoft.com/office/powerpoint/2010/main" val="286340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19ED-5E58-67BB-171E-9E9DDDF4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341E0-7765-0175-21F8-F28CF411F7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9DDEC19-618F-692D-157C-A083723AD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5D54C-652D-059D-60BF-92891EDB9A39}"/>
              </a:ext>
            </a:extLst>
          </p:cNvPr>
          <p:cNvSpPr txBox="1"/>
          <p:nvPr/>
        </p:nvSpPr>
        <p:spPr>
          <a:xfrm flipH="1">
            <a:off x="5021705" y="4583087"/>
            <a:ext cx="3627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Space out the year labels, to every 2 or 3</a:t>
            </a:r>
          </a:p>
        </p:txBody>
      </p:sp>
    </p:spTree>
    <p:extLst>
      <p:ext uri="{BB962C8B-B14F-4D97-AF65-F5344CB8AC3E}">
        <p14:creationId xmlns:p14="http://schemas.microsoft.com/office/powerpoint/2010/main" val="1374389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570B-0874-DF6B-B6BD-C0EAF9DD4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76210-F710-0900-C57B-DA6D4DF743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4303FC9C-D85A-D006-6702-03B3D1BA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52C093-F5FE-F96E-B73D-AF27B157E673}"/>
              </a:ext>
            </a:extLst>
          </p:cNvPr>
          <p:cNvSpPr txBox="1"/>
          <p:nvPr/>
        </p:nvSpPr>
        <p:spPr>
          <a:xfrm flipH="1">
            <a:off x="6641763" y="4583087"/>
            <a:ext cx="2083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Get rid of the legend</a:t>
            </a:r>
          </a:p>
        </p:txBody>
      </p:sp>
    </p:spTree>
    <p:extLst>
      <p:ext uri="{BB962C8B-B14F-4D97-AF65-F5344CB8AC3E}">
        <p14:creationId xmlns:p14="http://schemas.microsoft.com/office/powerpoint/2010/main" val="319481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B7782-3C09-D91F-2F18-DED415ED6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10FFD-368C-EE27-702B-D3822E2853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AE50E3E-A9FD-D7C7-521E-E1C0F94DB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39C498-99CF-A7E9-44AE-3F53CB653B71}"/>
              </a:ext>
            </a:extLst>
          </p:cNvPr>
          <p:cNvSpPr txBox="1"/>
          <p:nvPr/>
        </p:nvSpPr>
        <p:spPr>
          <a:xfrm flipH="1">
            <a:off x="6742167" y="4583087"/>
            <a:ext cx="1708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Add trace labels</a:t>
            </a:r>
          </a:p>
        </p:txBody>
      </p:sp>
    </p:spTree>
    <p:extLst>
      <p:ext uri="{BB962C8B-B14F-4D97-AF65-F5344CB8AC3E}">
        <p14:creationId xmlns:p14="http://schemas.microsoft.com/office/powerpoint/2010/main" val="299932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37342A-F123-48E1-00DE-A42F7343C4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B328D110-DA22-D2AD-6A4E-33570C211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46B27-417C-87E8-0423-2F17E9F6B1E9}"/>
              </a:ext>
            </a:extLst>
          </p:cNvPr>
          <p:cNvSpPr txBox="1"/>
          <p:nvPr/>
        </p:nvSpPr>
        <p:spPr>
          <a:xfrm flipH="1">
            <a:off x="6018551" y="4583087"/>
            <a:ext cx="24324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What happened in 2020?</a:t>
            </a:r>
          </a:p>
        </p:txBody>
      </p:sp>
    </p:spTree>
    <p:extLst>
      <p:ext uri="{BB962C8B-B14F-4D97-AF65-F5344CB8AC3E}">
        <p14:creationId xmlns:p14="http://schemas.microsoft.com/office/powerpoint/2010/main" val="122385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21B41D-ECAD-DBA4-7017-47FA554389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4D633F5-963B-5475-6BBD-BDB5BD8CD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D6AD73B-9FF9-6407-68FA-38922C3EF89F}"/>
              </a:ext>
            </a:extLst>
          </p:cNvPr>
          <p:cNvSpPr txBox="1"/>
          <p:nvPr/>
        </p:nvSpPr>
        <p:spPr>
          <a:xfrm flipH="1">
            <a:off x="397239" y="4583087"/>
            <a:ext cx="805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I don’t care about the time of day. I need to figure out how much candy to have on hand</a:t>
            </a:r>
          </a:p>
        </p:txBody>
      </p:sp>
    </p:spTree>
    <p:extLst>
      <p:ext uri="{BB962C8B-B14F-4D97-AF65-F5344CB8AC3E}">
        <p14:creationId xmlns:p14="http://schemas.microsoft.com/office/powerpoint/2010/main" val="306596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5B3B8-B3A3-2CFB-CABE-59B857FB4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112A9-9391-255C-66D4-4A37D72654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C7AAAF-F22F-76D7-1B9D-079AC6071793}"/>
              </a:ext>
            </a:extLst>
          </p:cNvPr>
          <p:cNvSpPr txBox="1"/>
          <p:nvPr/>
        </p:nvSpPr>
        <p:spPr>
          <a:xfrm flipH="1">
            <a:off x="397239" y="4583087"/>
            <a:ext cx="805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Looking better – but Halloween this year is on a Friday, should I buy extra candy?</a:t>
            </a:r>
          </a:p>
        </p:txBody>
      </p:sp>
      <p:pic>
        <p:nvPicPr>
          <p:cNvPr id="6" name="Picture 5" descr="A graph of a graph of the period of coronavirus&#10;&#10;AI-generated content may be incorrect.">
            <a:extLst>
              <a:ext uri="{FF2B5EF4-FFF2-40B4-BE49-F238E27FC236}">
                <a16:creationId xmlns:a16="http://schemas.microsoft.com/office/drawing/2014/main" id="{9D471E21-706B-8221-996D-79DBBFAFB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34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FD15-8FCE-AF97-3469-B9EBB51D0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6BDD2-2C39-49A8-A7CF-80D66B03C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pic>
        <p:nvPicPr>
          <p:cNvPr id="7" name="Picture 6" descr="A graph of a person with a pumpkin&#10;&#10;AI-generated content may be incorrect.">
            <a:extLst>
              <a:ext uri="{FF2B5EF4-FFF2-40B4-BE49-F238E27FC236}">
                <a16:creationId xmlns:a16="http://schemas.microsoft.com/office/drawing/2014/main" id="{E6C63395-7ED0-A86C-6BC1-F3E260027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66750"/>
            <a:ext cx="7620000" cy="381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0E148B-ABAA-87A6-D93D-9DEA46C8EA19}"/>
              </a:ext>
            </a:extLst>
          </p:cNvPr>
          <p:cNvSpPr txBox="1"/>
          <p:nvPr/>
        </p:nvSpPr>
        <p:spPr>
          <a:xfrm flipH="1">
            <a:off x="397239" y="4583087"/>
            <a:ext cx="80538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Dreaming Outloud Script Pro" panose="020F0502020204030204" pitchFamily="66" charset="0"/>
                <a:cs typeface="Dreaming Outloud Script Pro" panose="020F0502020204030204" pitchFamily="66" charset="0"/>
              </a:rPr>
              <a:t>My assumptions were wrong – Fridays are less busy than all other days- who knew?</a:t>
            </a:r>
          </a:p>
        </p:txBody>
      </p:sp>
    </p:spTree>
    <p:extLst>
      <p:ext uri="{BB962C8B-B14F-4D97-AF65-F5344CB8AC3E}">
        <p14:creationId xmlns:p14="http://schemas.microsoft.com/office/powerpoint/2010/main" val="248619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3"/>
          <p:cNvSpPr txBox="1">
            <a:spLocks noGrp="1"/>
          </p:cNvSpPr>
          <p:nvPr>
            <p:ph type="title"/>
          </p:nvPr>
        </p:nvSpPr>
        <p:spPr>
          <a:xfrm>
            <a:off x="1303808" y="245915"/>
            <a:ext cx="7030500" cy="546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Inspiration, move me brightly</a:t>
            </a:r>
            <a:endParaRPr dirty="0"/>
          </a:p>
        </p:txBody>
      </p:sp>
      <p:sp>
        <p:nvSpPr>
          <p:cNvPr id="501" name="Google Shape;501;p4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0C40F-54A9-F343-E1E7-A7C4FFF81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699" y="1120929"/>
            <a:ext cx="2244499" cy="2826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FB5B20-C064-7925-DA3D-CDFE8DC48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849" y="1120929"/>
            <a:ext cx="2312252" cy="28493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E53E54-9757-9903-F61B-F5613E5D5262}"/>
              </a:ext>
            </a:extLst>
          </p:cNvPr>
          <p:cNvSpPr txBox="1"/>
          <p:nvPr/>
        </p:nvSpPr>
        <p:spPr>
          <a:xfrm>
            <a:off x="1549447" y="869035"/>
            <a:ext cx="719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E89CA-FD1C-5C9B-38DA-171CB9D805AD}"/>
              </a:ext>
            </a:extLst>
          </p:cNvPr>
          <p:cNvSpPr txBox="1"/>
          <p:nvPr/>
        </p:nvSpPr>
        <p:spPr>
          <a:xfrm>
            <a:off x="3804863" y="829291"/>
            <a:ext cx="1768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September 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F22E68-259C-EA2A-54B8-FDD3D3A846A3}"/>
              </a:ext>
            </a:extLst>
          </p:cNvPr>
          <p:cNvSpPr txBox="1"/>
          <p:nvPr/>
        </p:nvSpPr>
        <p:spPr>
          <a:xfrm>
            <a:off x="1112849" y="4198851"/>
            <a:ext cx="4666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https://youtu.be/8EMW7io4rSI?si=ESwsYe157mw2-7MO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88128E-A9C5-C022-D98E-484FD3249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765" y="763691"/>
            <a:ext cx="2095792" cy="71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E60C0D-C9F6-6F85-6315-CFBB0E5A0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4765" y="1736304"/>
            <a:ext cx="2181529" cy="145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F26D61-8C31-A840-CA41-017B896DCE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393" y="3360400"/>
            <a:ext cx="2095793" cy="10854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361</Words>
  <Application>Microsoft Office PowerPoint</Application>
  <PresentationFormat>On-screen Show (16:9)</PresentationFormat>
  <Paragraphs>72</Paragraphs>
  <Slides>18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Wingdings</vt:lpstr>
      <vt:lpstr>Maven Pro</vt:lpstr>
      <vt:lpstr>Dreaming Outloud Script Pro</vt:lpstr>
      <vt:lpstr>Arial</vt:lpstr>
      <vt:lpstr>Nunito</vt:lpstr>
      <vt:lpstr>Momentum</vt:lpstr>
      <vt:lpstr>Storytelling with Data</vt:lpstr>
      <vt:lpstr>My Speech is Ready</vt:lpstr>
      <vt:lpstr>Visual analog of Toastmaster’s filler words</vt:lpstr>
      <vt:lpstr>Here is an example</vt:lpstr>
      <vt:lpstr>Here is an remake of previous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Inspiration, move me brightly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Purtell</dc:creator>
  <cp:lastModifiedBy>Michael Purtell</cp:lastModifiedBy>
  <cp:revision>1</cp:revision>
  <dcterms:modified xsi:type="dcterms:W3CDTF">2025-10-22T03:54:49Z</dcterms:modified>
</cp:coreProperties>
</file>